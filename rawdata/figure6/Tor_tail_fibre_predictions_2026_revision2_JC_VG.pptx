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56" r:id="rId5"/>
    <p:sldId id="257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E05000"/>
    <a:srgbClr val="FFD303"/>
    <a:srgbClr val="6B95D1"/>
    <a:srgbClr val="1721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23AED-C473-403B-A162-5E3444F489D7}" v="2" dt="2026-03-02T10:26:13.653"/>
    <p1510:client id="{EF72691A-AAC3-4B50-B985-78F518A5BC1F}" v="1" dt="2026-03-02T09:55:22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62"/>
    <p:restoredTop sz="95378" autoAdjust="0"/>
  </p:normalViewPr>
  <p:slideViewPr>
    <p:cSldViewPr snapToGrid="0">
      <p:cViewPr>
        <p:scale>
          <a:sx n="100" d="100"/>
          <a:sy n="100" d="100"/>
        </p:scale>
        <p:origin x="420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tch, Christian" userId="d649f9af-f41d-47df-a26e-d75e406e118e" providerId="ADAL" clId="{432856EF-6F45-43F0-8E07-3E42DC9C7749}"/>
    <pc:docChg chg="undo custSel addSld delSld modSld">
      <pc:chgData name="Fitch, Christian" userId="d649f9af-f41d-47df-a26e-d75e406e118e" providerId="ADAL" clId="{432856EF-6F45-43F0-8E07-3E42DC9C7749}" dt="2026-03-02T10:26:13.653" v="35"/>
      <pc:docMkLst>
        <pc:docMk/>
      </pc:docMkLst>
      <pc:sldChg chg="modSp mod">
        <pc:chgData name="Fitch, Christian" userId="d649f9af-f41d-47df-a26e-d75e406e118e" providerId="ADAL" clId="{432856EF-6F45-43F0-8E07-3E42DC9C7749}" dt="2026-03-02T09:56:45.738" v="30" actId="1038"/>
        <pc:sldMkLst>
          <pc:docMk/>
          <pc:sldMk cId="3154905798" sldId="256"/>
        </pc:sldMkLst>
        <pc:spChg chg="mod">
          <ac:chgData name="Fitch, Christian" userId="d649f9af-f41d-47df-a26e-d75e406e118e" providerId="ADAL" clId="{432856EF-6F45-43F0-8E07-3E42DC9C7749}" dt="2026-03-02T09:56:45.738" v="30" actId="1038"/>
          <ac:spMkLst>
            <pc:docMk/>
            <pc:sldMk cId="3154905798" sldId="256"/>
            <ac:spMk id="47" creationId="{F922C8F9-6805-FDC2-36C7-7C0F2D5BE1D8}"/>
          </ac:spMkLst>
        </pc:spChg>
        <pc:grpChg chg="mod">
          <ac:chgData name="Fitch, Christian" userId="d649f9af-f41d-47df-a26e-d75e406e118e" providerId="ADAL" clId="{432856EF-6F45-43F0-8E07-3E42DC9C7749}" dt="2026-03-02T09:56:09.915" v="5" actId="1076"/>
          <ac:grpSpMkLst>
            <pc:docMk/>
            <pc:sldMk cId="3154905798" sldId="256"/>
            <ac:grpSpMk id="37" creationId="{500F7411-D770-CD8B-3465-5E534C1EF5CB}"/>
          </ac:grpSpMkLst>
        </pc:grpChg>
      </pc:sldChg>
      <pc:sldChg chg="addSp delSp new mod">
        <pc:chgData name="Fitch, Christian" userId="d649f9af-f41d-47df-a26e-d75e406e118e" providerId="ADAL" clId="{432856EF-6F45-43F0-8E07-3E42DC9C7749}" dt="2026-03-02T10:26:13.653" v="35"/>
        <pc:sldMkLst>
          <pc:docMk/>
          <pc:sldMk cId="1065643336" sldId="257"/>
        </pc:sldMkLst>
        <pc:spChg chg="del">
          <ac:chgData name="Fitch, Christian" userId="d649f9af-f41d-47df-a26e-d75e406e118e" providerId="ADAL" clId="{432856EF-6F45-43F0-8E07-3E42DC9C7749}" dt="2026-03-02T10:25:10.094" v="32" actId="478"/>
          <ac:spMkLst>
            <pc:docMk/>
            <pc:sldMk cId="1065643336" sldId="257"/>
            <ac:spMk id="2" creationId="{FC6BD4DB-D584-724D-75D2-431218996B1E}"/>
          </ac:spMkLst>
        </pc:spChg>
        <pc:spChg chg="del">
          <ac:chgData name="Fitch, Christian" userId="d649f9af-f41d-47df-a26e-d75e406e118e" providerId="ADAL" clId="{432856EF-6F45-43F0-8E07-3E42DC9C7749}" dt="2026-03-02T10:25:10.094" v="32" actId="478"/>
          <ac:spMkLst>
            <pc:docMk/>
            <pc:sldMk cId="1065643336" sldId="257"/>
            <ac:spMk id="3" creationId="{8D4AB28B-810F-1FB4-0215-84D18FE33BED}"/>
          </ac:spMkLst>
        </pc:spChg>
        <pc:picChg chg="add del">
          <ac:chgData name="Fitch, Christian" userId="d649f9af-f41d-47df-a26e-d75e406e118e" providerId="ADAL" clId="{432856EF-6F45-43F0-8E07-3E42DC9C7749}" dt="2026-03-02T10:26:02.462" v="34" actId="478"/>
          <ac:picMkLst>
            <pc:docMk/>
            <pc:sldMk cId="1065643336" sldId="257"/>
            <ac:picMk id="4" creationId="{8848241E-9847-7CD7-6CBC-1DF0A7DC962C}"/>
          </ac:picMkLst>
        </pc:picChg>
        <pc:picChg chg="add">
          <ac:chgData name="Fitch, Christian" userId="d649f9af-f41d-47df-a26e-d75e406e118e" providerId="ADAL" clId="{432856EF-6F45-43F0-8E07-3E42DC9C7749}" dt="2026-03-02T10:26:13.653" v="35"/>
          <ac:picMkLst>
            <pc:docMk/>
            <pc:sldMk cId="1065643336" sldId="257"/>
            <ac:picMk id="5" creationId="{91E6D275-7EAF-B98E-AF3C-7780B2DFB17A}"/>
          </ac:picMkLst>
        </pc:picChg>
      </pc:sldChg>
      <pc:sldChg chg="delSp new del mod">
        <pc:chgData name="Fitch, Christian" userId="d649f9af-f41d-47df-a26e-d75e406e118e" providerId="ADAL" clId="{432856EF-6F45-43F0-8E07-3E42DC9C7749}" dt="2026-03-02T09:45:50.550" v="3" actId="47"/>
        <pc:sldMkLst>
          <pc:docMk/>
          <pc:sldMk cId="1812851478" sldId="257"/>
        </pc:sldMkLst>
        <pc:spChg chg="del">
          <ac:chgData name="Fitch, Christian" userId="d649f9af-f41d-47df-a26e-d75e406e118e" providerId="ADAL" clId="{432856EF-6F45-43F0-8E07-3E42DC9C7749}" dt="2026-03-02T09:45:43.094" v="1" actId="478"/>
          <ac:spMkLst>
            <pc:docMk/>
            <pc:sldMk cId="1812851478" sldId="257"/>
            <ac:spMk id="2" creationId="{2446F5DB-7CDC-2F0C-BD0E-A716ECA6A891}"/>
          </ac:spMkLst>
        </pc:spChg>
        <pc:spChg chg="del">
          <ac:chgData name="Fitch, Christian" userId="d649f9af-f41d-47df-a26e-d75e406e118e" providerId="ADAL" clId="{432856EF-6F45-43F0-8E07-3E42DC9C7749}" dt="2026-03-02T09:45:45.323" v="2" actId="478"/>
          <ac:spMkLst>
            <pc:docMk/>
            <pc:sldMk cId="1812851478" sldId="257"/>
            <ac:spMk id="3" creationId="{EAC8F43F-033D-D027-BB75-08C8FA9711D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81257-9748-491B-B27D-BA37FFF5B21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A24C9-F757-4FEE-A2EC-E7C8C4A881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094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A24C9-F757-4FEE-A2EC-E7C8C4A8816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660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10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98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35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66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86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43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80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25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91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0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44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67734-87A4-487C-B792-E9136175E599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94A8C-2A3D-4BDD-A880-621B04E5AF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42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21EBA25-5466-C09F-555D-9148A920A668}"/>
              </a:ext>
            </a:extLst>
          </p:cNvPr>
          <p:cNvGrpSpPr/>
          <p:nvPr/>
        </p:nvGrpSpPr>
        <p:grpSpPr>
          <a:xfrm>
            <a:off x="652463" y="8863824"/>
            <a:ext cx="3522997" cy="683234"/>
            <a:chOff x="652463" y="8863824"/>
            <a:chExt cx="3522997" cy="68323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A5AAE5A3-13A6-6EFA-98B9-FEFF893F7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463" y="8873940"/>
              <a:ext cx="668807" cy="666608"/>
            </a:xfrm>
            <a:prstGeom prst="rect">
              <a:avLst/>
            </a:prstGeom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A6F8A70-8A83-866D-935E-CC9EF6EC5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40981" y="8880450"/>
              <a:ext cx="668807" cy="666608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712882B-2318-A0E7-CA92-1E09DBF4A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12156" y="8863824"/>
              <a:ext cx="663304" cy="669896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3A6E915-C3F6-BB60-9010-D3FE61705E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24" b="38964"/>
          <a:stretch>
            <a:fillRect/>
          </a:stretch>
        </p:blipFill>
        <p:spPr>
          <a:xfrm>
            <a:off x="0" y="471621"/>
            <a:ext cx="4808443" cy="9606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1FA2BA-CA04-855D-ACDB-3B8830CA4513}"/>
              </a:ext>
            </a:extLst>
          </p:cNvPr>
          <p:cNvSpPr txBox="1"/>
          <p:nvPr/>
        </p:nvSpPr>
        <p:spPr>
          <a:xfrm>
            <a:off x="232896" y="262118"/>
            <a:ext cx="4099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Tor gp48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6EF62D-AE52-4D4B-9549-8866F67B51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39" b="49063"/>
          <a:stretch>
            <a:fillRect/>
          </a:stretch>
        </p:blipFill>
        <p:spPr>
          <a:xfrm>
            <a:off x="157551" y="1428114"/>
            <a:ext cx="4400919" cy="106033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95CD57-17C5-6D96-EB66-008B6E4A0400}"/>
              </a:ext>
            </a:extLst>
          </p:cNvPr>
          <p:cNvCxnSpPr>
            <a:cxnSpLocks/>
          </p:cNvCxnSpPr>
          <p:nvPr/>
        </p:nvCxnSpPr>
        <p:spPr>
          <a:xfrm>
            <a:off x="330545" y="2465345"/>
            <a:ext cx="408968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165FAF-4193-1998-A6A3-7172C32331C2}"/>
              </a:ext>
            </a:extLst>
          </p:cNvPr>
          <p:cNvCxnSpPr>
            <a:cxnSpLocks/>
          </p:cNvCxnSpPr>
          <p:nvPr/>
        </p:nvCxnSpPr>
        <p:spPr>
          <a:xfrm flipV="1">
            <a:off x="317189" y="2396765"/>
            <a:ext cx="0" cy="137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454DAE-0A58-720E-3225-A6C795944136}"/>
              </a:ext>
            </a:extLst>
          </p:cNvPr>
          <p:cNvCxnSpPr>
            <a:cxnSpLocks/>
          </p:cNvCxnSpPr>
          <p:nvPr/>
        </p:nvCxnSpPr>
        <p:spPr>
          <a:xfrm flipV="1">
            <a:off x="1481557" y="2396765"/>
            <a:ext cx="0" cy="137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12BC3C-633D-9EEB-8F71-75B0EE16B31D}"/>
              </a:ext>
            </a:extLst>
          </p:cNvPr>
          <p:cNvCxnSpPr>
            <a:cxnSpLocks/>
          </p:cNvCxnSpPr>
          <p:nvPr/>
        </p:nvCxnSpPr>
        <p:spPr>
          <a:xfrm flipV="1">
            <a:off x="3091451" y="2402467"/>
            <a:ext cx="0" cy="137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9E9E6D-8F5D-798C-A14A-05E9A8851697}"/>
              </a:ext>
            </a:extLst>
          </p:cNvPr>
          <p:cNvCxnSpPr>
            <a:cxnSpLocks/>
          </p:cNvCxnSpPr>
          <p:nvPr/>
        </p:nvCxnSpPr>
        <p:spPr>
          <a:xfrm flipV="1">
            <a:off x="4412483" y="2402793"/>
            <a:ext cx="0" cy="1371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9E8A02-841D-A4B8-81CE-8D5DB2C11F1D}"/>
              </a:ext>
            </a:extLst>
          </p:cNvPr>
          <p:cNvSpPr txBox="1"/>
          <p:nvPr/>
        </p:nvSpPr>
        <p:spPr>
          <a:xfrm>
            <a:off x="1304644" y="2509200"/>
            <a:ext cx="8786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363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DC611C-1265-C8E7-6333-F019D43BCFC2}"/>
              </a:ext>
            </a:extLst>
          </p:cNvPr>
          <p:cNvSpPr txBox="1"/>
          <p:nvPr/>
        </p:nvSpPr>
        <p:spPr>
          <a:xfrm>
            <a:off x="2904871" y="2509132"/>
            <a:ext cx="8786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689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1B0EA6-951F-75FB-E36C-A070DD30A688}"/>
              </a:ext>
            </a:extLst>
          </p:cNvPr>
          <p:cNvSpPr txBox="1"/>
          <p:nvPr/>
        </p:nvSpPr>
        <p:spPr>
          <a:xfrm>
            <a:off x="4232293" y="2509200"/>
            <a:ext cx="4613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/>
              <a:t>987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9663041-4A66-BD36-713A-C9243759EEF4}"/>
              </a:ext>
            </a:extLst>
          </p:cNvPr>
          <p:cNvSpPr txBox="1"/>
          <p:nvPr/>
        </p:nvSpPr>
        <p:spPr>
          <a:xfrm>
            <a:off x="1481557" y="2506790"/>
            <a:ext cx="1602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 err="1"/>
              <a:t>ipTM</a:t>
            </a:r>
            <a:r>
              <a:rPr lang="en-GB" sz="1000" dirty="0"/>
              <a:t> = 0.63</a:t>
            </a:r>
          </a:p>
          <a:p>
            <a:pPr algn="ctr"/>
            <a:r>
              <a:rPr lang="en-GB" sz="1000" dirty="0" err="1"/>
              <a:t>pTM</a:t>
            </a:r>
            <a:r>
              <a:rPr lang="en-GB" sz="1000" dirty="0"/>
              <a:t> = 0.64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E951997-A1B9-1BD4-B053-234F8120994F}"/>
              </a:ext>
            </a:extLst>
          </p:cNvPr>
          <p:cNvSpPr txBox="1"/>
          <p:nvPr/>
        </p:nvSpPr>
        <p:spPr>
          <a:xfrm>
            <a:off x="443496" y="2493474"/>
            <a:ext cx="950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 err="1"/>
              <a:t>ipTM</a:t>
            </a:r>
            <a:r>
              <a:rPr lang="en-GB" sz="1000" dirty="0"/>
              <a:t> = 0.82</a:t>
            </a:r>
          </a:p>
          <a:p>
            <a:pPr algn="ctr"/>
            <a:r>
              <a:rPr lang="en-GB" sz="1000" dirty="0" err="1"/>
              <a:t>pTM</a:t>
            </a:r>
            <a:r>
              <a:rPr lang="en-GB" sz="1000" dirty="0"/>
              <a:t> = 0.83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B50EAE5-B32F-B2E1-683B-0960C4007DA5}"/>
              </a:ext>
            </a:extLst>
          </p:cNvPr>
          <p:cNvSpPr txBox="1"/>
          <p:nvPr/>
        </p:nvSpPr>
        <p:spPr>
          <a:xfrm>
            <a:off x="3091451" y="2509452"/>
            <a:ext cx="13210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dirty="0" err="1"/>
              <a:t>ipTM</a:t>
            </a:r>
            <a:r>
              <a:rPr lang="en-GB" sz="1000" dirty="0"/>
              <a:t> = 0.82</a:t>
            </a:r>
          </a:p>
          <a:p>
            <a:pPr algn="ctr"/>
            <a:r>
              <a:rPr lang="en-GB" sz="1000" dirty="0" err="1"/>
              <a:t>pTM</a:t>
            </a:r>
            <a:r>
              <a:rPr lang="en-GB" sz="1000" dirty="0"/>
              <a:t> = 0.82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00F7411-D770-CD8B-3465-5E534C1EF5CB}"/>
              </a:ext>
            </a:extLst>
          </p:cNvPr>
          <p:cNvGrpSpPr/>
          <p:nvPr/>
        </p:nvGrpSpPr>
        <p:grpSpPr>
          <a:xfrm>
            <a:off x="215992" y="6829238"/>
            <a:ext cx="4617967" cy="1482860"/>
            <a:chOff x="165417" y="4770392"/>
            <a:chExt cx="4617967" cy="1482860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3BB0397-438E-E7C6-0CBB-9713D2D3B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34" b="58465"/>
            <a:stretch>
              <a:fillRect/>
            </a:stretch>
          </p:blipFill>
          <p:spPr>
            <a:xfrm>
              <a:off x="165417" y="4770392"/>
              <a:ext cx="4334100" cy="998311"/>
            </a:xfrm>
            <a:prstGeom prst="rect">
              <a:avLst/>
            </a:prstGeom>
          </p:spPr>
        </p:pic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BF7A8268-BE47-7021-CFDF-72CE7EC2D295}"/>
                </a:ext>
              </a:extLst>
            </p:cNvPr>
            <p:cNvSpPr txBox="1"/>
            <p:nvPr/>
          </p:nvSpPr>
          <p:spPr>
            <a:xfrm>
              <a:off x="279970" y="5836140"/>
              <a:ext cx="123837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dirty="0" err="1"/>
                <a:t>ipTM</a:t>
              </a:r>
              <a:r>
                <a:rPr lang="en-GB" sz="1000" dirty="0"/>
                <a:t> = 0.82</a:t>
              </a:r>
            </a:p>
            <a:p>
              <a:pPr algn="ctr"/>
              <a:r>
                <a:rPr lang="en-GB" sz="1000" dirty="0" err="1"/>
                <a:t>pTM</a:t>
              </a:r>
              <a:r>
                <a:rPr lang="en-GB" sz="1000" dirty="0"/>
                <a:t> = 0.83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5FECEED-6912-01BB-5EEC-929E05E39917}"/>
                </a:ext>
              </a:extLst>
            </p:cNvPr>
            <p:cNvSpPr txBox="1"/>
            <p:nvPr/>
          </p:nvSpPr>
          <p:spPr>
            <a:xfrm>
              <a:off x="1430982" y="5853142"/>
              <a:ext cx="16098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dirty="0" err="1"/>
                <a:t>ipTM</a:t>
              </a:r>
              <a:r>
                <a:rPr lang="en-GB" sz="1000" dirty="0"/>
                <a:t> = 0.67</a:t>
              </a:r>
            </a:p>
            <a:p>
              <a:pPr algn="ctr"/>
              <a:r>
                <a:rPr lang="en-GB" sz="1000" dirty="0" err="1"/>
                <a:t>pTM</a:t>
              </a:r>
              <a:r>
                <a:rPr lang="en-GB" sz="1000" dirty="0"/>
                <a:t> = 0.68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17AA509B-8BE0-032A-DBB0-95626E46579C}"/>
                </a:ext>
              </a:extLst>
            </p:cNvPr>
            <p:cNvSpPr txBox="1"/>
            <p:nvPr/>
          </p:nvSpPr>
          <p:spPr>
            <a:xfrm>
              <a:off x="3040877" y="5846119"/>
              <a:ext cx="1328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dirty="0" err="1"/>
                <a:t>ipTM</a:t>
              </a:r>
              <a:r>
                <a:rPr lang="en-GB" sz="1000" dirty="0"/>
                <a:t> = 0.82</a:t>
              </a:r>
            </a:p>
            <a:p>
              <a:pPr algn="ctr"/>
              <a:r>
                <a:rPr lang="en-GB" sz="1000" dirty="0" err="1"/>
                <a:t>pTM</a:t>
              </a:r>
              <a:r>
                <a:rPr lang="en-GB" sz="1000" dirty="0"/>
                <a:t> = 0.82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1EAF6FF-3C45-E865-8D0F-94333BC7FE74}"/>
                </a:ext>
              </a:extLst>
            </p:cNvPr>
            <p:cNvCxnSpPr>
              <a:cxnSpLocks/>
            </p:cNvCxnSpPr>
            <p:nvPr/>
          </p:nvCxnSpPr>
          <p:spPr>
            <a:xfrm>
              <a:off x="330545" y="5795681"/>
              <a:ext cx="408968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753C8415-EA31-898F-951B-F8FD7328F3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189" y="5727101"/>
              <a:ext cx="0" cy="137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2D3DE9A-B77D-C2AB-D4C9-FBBF609D4B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81557" y="5727101"/>
              <a:ext cx="0" cy="137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6E691DED-4664-9438-F24D-BB9FDFBB5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1451" y="5732803"/>
              <a:ext cx="0" cy="137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A693933-661D-4F9E-FF1C-284B7AB2F48C}"/>
                </a:ext>
              </a:extLst>
            </p:cNvPr>
            <p:cNvSpPr txBox="1"/>
            <p:nvPr/>
          </p:nvSpPr>
          <p:spPr>
            <a:xfrm>
              <a:off x="1304644" y="5858528"/>
              <a:ext cx="8786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b="1" dirty="0"/>
                <a:t>363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78FA76D-A332-3F9C-BF61-0F2114F6B81F}"/>
                </a:ext>
              </a:extLst>
            </p:cNvPr>
            <p:cNvSpPr txBox="1"/>
            <p:nvPr/>
          </p:nvSpPr>
          <p:spPr>
            <a:xfrm>
              <a:off x="2913497" y="5839468"/>
              <a:ext cx="8786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b="1" dirty="0"/>
                <a:t>689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A6F6115-E43D-6C0A-F2BC-80BE6AE65066}"/>
                </a:ext>
              </a:extLst>
            </p:cNvPr>
            <p:cNvSpPr txBox="1"/>
            <p:nvPr/>
          </p:nvSpPr>
          <p:spPr>
            <a:xfrm>
              <a:off x="4232293" y="5860387"/>
              <a:ext cx="5510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b="1" dirty="0"/>
                <a:t>987</a:t>
              </a:r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D58AB3E7-0576-5D60-E003-B3FC304F2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2483" y="5742556"/>
              <a:ext cx="0" cy="1371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D0A94D6-E3FA-9F34-2452-1191E80831CE}"/>
              </a:ext>
            </a:extLst>
          </p:cNvPr>
          <p:cNvSpPr txBox="1"/>
          <p:nvPr/>
        </p:nvSpPr>
        <p:spPr>
          <a:xfrm>
            <a:off x="118439" y="217997"/>
            <a:ext cx="2947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4F583D-E258-F1B7-6803-5FA5A74195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73" b="24735"/>
          <a:stretch>
            <a:fillRect/>
          </a:stretch>
        </p:blipFill>
        <p:spPr>
          <a:xfrm>
            <a:off x="155066" y="5698204"/>
            <a:ext cx="4929112" cy="129461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1751F282-E673-5B2D-934A-691A36984CEE}"/>
              </a:ext>
            </a:extLst>
          </p:cNvPr>
          <p:cNvSpPr txBox="1"/>
          <p:nvPr/>
        </p:nvSpPr>
        <p:spPr>
          <a:xfrm>
            <a:off x="372963" y="5539423"/>
            <a:ext cx="42412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/>
              <a:t>Tor v1.1 gp48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48103-F6C5-EDBD-AC9A-2DB5C081C557}"/>
              </a:ext>
            </a:extLst>
          </p:cNvPr>
          <p:cNvSpPr txBox="1"/>
          <p:nvPr/>
        </p:nvSpPr>
        <p:spPr>
          <a:xfrm>
            <a:off x="97835" y="5501240"/>
            <a:ext cx="550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b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5683F47-26BB-9061-8717-8DB589379CD8}"/>
              </a:ext>
            </a:extLst>
          </p:cNvPr>
          <p:cNvGrpSpPr/>
          <p:nvPr/>
        </p:nvGrpSpPr>
        <p:grpSpPr>
          <a:xfrm>
            <a:off x="4966712" y="2040747"/>
            <a:ext cx="2024041" cy="1569633"/>
            <a:chOff x="4833959" y="319018"/>
            <a:chExt cx="2024041" cy="1569633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6EF56CE-9F0A-BDA9-90F3-7B9088A46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636" t="596" r="20822" b="11760"/>
            <a:stretch>
              <a:fillRect/>
            </a:stretch>
          </p:blipFill>
          <p:spPr>
            <a:xfrm>
              <a:off x="4843906" y="319018"/>
              <a:ext cx="1748290" cy="1569633"/>
            </a:xfrm>
            <a:prstGeom prst="rect">
              <a:avLst/>
            </a:prstGeom>
          </p:spPr>
        </p:pic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CC76372-4BAD-C088-DC51-3055341BD332}"/>
                </a:ext>
              </a:extLst>
            </p:cNvPr>
            <p:cNvSpPr txBox="1"/>
            <p:nvPr/>
          </p:nvSpPr>
          <p:spPr>
            <a:xfrm>
              <a:off x="5975988" y="1622218"/>
              <a:ext cx="8820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Asn 926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24E61BC-0816-7EF5-818E-A9FCEAC22F69}"/>
                </a:ext>
              </a:extLst>
            </p:cNvPr>
            <p:cNvSpPr txBox="1"/>
            <p:nvPr/>
          </p:nvSpPr>
          <p:spPr>
            <a:xfrm>
              <a:off x="5881574" y="351641"/>
              <a:ext cx="8820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Asn 926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783AE43-9018-37A3-6936-B38109E0D476}"/>
                </a:ext>
              </a:extLst>
            </p:cNvPr>
            <p:cNvSpPr txBox="1"/>
            <p:nvPr/>
          </p:nvSpPr>
          <p:spPr>
            <a:xfrm>
              <a:off x="4833959" y="1540433"/>
              <a:ext cx="8820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Asn 926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7AF063F-4A9D-FF56-2DDC-162DA4A88644}"/>
              </a:ext>
            </a:extLst>
          </p:cNvPr>
          <p:cNvGrpSpPr/>
          <p:nvPr/>
        </p:nvGrpSpPr>
        <p:grpSpPr>
          <a:xfrm>
            <a:off x="4569797" y="3707447"/>
            <a:ext cx="2009319" cy="1146716"/>
            <a:chOff x="4128940" y="3045708"/>
            <a:chExt cx="2009319" cy="114671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6B7D8EF-281A-8FD4-F7CE-D53D04BF5786}"/>
                </a:ext>
              </a:extLst>
            </p:cNvPr>
            <p:cNvGrpSpPr/>
            <p:nvPr/>
          </p:nvGrpSpPr>
          <p:grpSpPr>
            <a:xfrm>
              <a:off x="4138503" y="3316977"/>
              <a:ext cx="1999756" cy="875447"/>
              <a:chOff x="358041" y="8444851"/>
              <a:chExt cx="1285634" cy="875447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EB5F2A6-8CDC-E7B9-640C-098C17FA3FC3}"/>
                  </a:ext>
                </a:extLst>
              </p:cNvPr>
              <p:cNvSpPr/>
              <p:nvPr/>
            </p:nvSpPr>
            <p:spPr>
              <a:xfrm>
                <a:off x="359353" y="8498433"/>
                <a:ext cx="154997" cy="149414"/>
              </a:xfrm>
              <a:prstGeom prst="rect">
                <a:avLst/>
              </a:prstGeom>
              <a:solidFill>
                <a:srgbClr val="1721B0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240B1B1-941C-FD76-82A2-8672E1067D9E}"/>
                  </a:ext>
                </a:extLst>
              </p:cNvPr>
              <p:cNvSpPr/>
              <p:nvPr/>
            </p:nvSpPr>
            <p:spPr>
              <a:xfrm>
                <a:off x="359353" y="8696970"/>
                <a:ext cx="154997" cy="149414"/>
              </a:xfrm>
              <a:prstGeom prst="rect">
                <a:avLst/>
              </a:prstGeom>
              <a:solidFill>
                <a:srgbClr val="6B95D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0534E4E-ACA1-EBCF-7659-50FF6BE26AF2}"/>
                  </a:ext>
                </a:extLst>
              </p:cNvPr>
              <p:cNvSpPr/>
              <p:nvPr/>
            </p:nvSpPr>
            <p:spPr>
              <a:xfrm>
                <a:off x="359353" y="8895507"/>
                <a:ext cx="154997" cy="149414"/>
              </a:xfrm>
              <a:prstGeom prst="rect">
                <a:avLst/>
              </a:prstGeom>
              <a:solidFill>
                <a:srgbClr val="FFD303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773726AE-0060-8A48-8D72-FA977CE037C0}"/>
                  </a:ext>
                </a:extLst>
              </p:cNvPr>
              <p:cNvSpPr/>
              <p:nvPr/>
            </p:nvSpPr>
            <p:spPr>
              <a:xfrm>
                <a:off x="358041" y="9109731"/>
                <a:ext cx="154997" cy="149414"/>
              </a:xfrm>
              <a:prstGeom prst="rect">
                <a:avLst/>
              </a:prstGeom>
              <a:solidFill>
                <a:srgbClr val="E05000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24346E9-2E1D-DE0D-5DF6-03C1FE87C208}"/>
                  </a:ext>
                </a:extLst>
              </p:cNvPr>
              <p:cNvSpPr txBox="1"/>
              <p:nvPr/>
            </p:nvSpPr>
            <p:spPr>
              <a:xfrm>
                <a:off x="519710" y="8444851"/>
                <a:ext cx="95894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/>
                  <a:t>Very high (</a:t>
                </a:r>
                <a:r>
                  <a:rPr lang="en-GB" sz="1000" dirty="0" err="1"/>
                  <a:t>pLDDT</a:t>
                </a:r>
                <a:r>
                  <a:rPr lang="en-GB" sz="1000" dirty="0"/>
                  <a:t> &gt; 90)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C731129-3C83-F37A-9F13-0E8320A6F700}"/>
                  </a:ext>
                </a:extLst>
              </p:cNvPr>
              <p:cNvSpPr txBox="1"/>
              <p:nvPr/>
            </p:nvSpPr>
            <p:spPr>
              <a:xfrm>
                <a:off x="519710" y="8644371"/>
                <a:ext cx="95894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/>
                  <a:t>High (90 &gt; </a:t>
                </a:r>
                <a:r>
                  <a:rPr lang="en-GB" sz="1000" dirty="0" err="1"/>
                  <a:t>pLDDT</a:t>
                </a:r>
                <a:r>
                  <a:rPr lang="en-GB" sz="1000" dirty="0"/>
                  <a:t> &gt; 80)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0882E94-5AC9-EDF2-42C8-19C6E2758EE7}"/>
                  </a:ext>
                </a:extLst>
              </p:cNvPr>
              <p:cNvSpPr txBox="1"/>
              <p:nvPr/>
            </p:nvSpPr>
            <p:spPr>
              <a:xfrm>
                <a:off x="519707" y="8864100"/>
                <a:ext cx="112396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/>
                  <a:t>Low (80 &gt; </a:t>
                </a:r>
                <a:r>
                  <a:rPr lang="en-GB" sz="1000" dirty="0" err="1"/>
                  <a:t>pLDDT</a:t>
                </a:r>
                <a:r>
                  <a:rPr lang="en-GB" sz="1000" dirty="0"/>
                  <a:t> &gt; 60)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ED446E0-C7B3-7C2B-CC48-A64F86C52635}"/>
                  </a:ext>
                </a:extLst>
              </p:cNvPr>
              <p:cNvSpPr txBox="1"/>
              <p:nvPr/>
            </p:nvSpPr>
            <p:spPr>
              <a:xfrm>
                <a:off x="518204" y="9074077"/>
                <a:ext cx="102114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/>
                  <a:t>Very low (</a:t>
                </a:r>
                <a:r>
                  <a:rPr lang="en-GB" sz="1000" dirty="0" err="1"/>
                  <a:t>pLDDT</a:t>
                </a:r>
                <a:r>
                  <a:rPr lang="en-GB" sz="1000" dirty="0"/>
                  <a:t> &lt; 60)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A6427E8-C253-5B3C-E7B2-F286F16F0A81}"/>
                </a:ext>
              </a:extLst>
            </p:cNvPr>
            <p:cNvSpPr txBox="1"/>
            <p:nvPr/>
          </p:nvSpPr>
          <p:spPr>
            <a:xfrm>
              <a:off x="4128940" y="3045708"/>
              <a:ext cx="158703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u="sng" dirty="0"/>
                <a:t>Model confidence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CE5A1DB-DE48-C687-03CD-2E045D1E313C}"/>
              </a:ext>
            </a:extLst>
          </p:cNvPr>
          <p:cNvGrpSpPr/>
          <p:nvPr/>
        </p:nvGrpSpPr>
        <p:grpSpPr>
          <a:xfrm>
            <a:off x="4965006" y="7369699"/>
            <a:ext cx="2127961" cy="1814918"/>
            <a:chOff x="4730039" y="5449610"/>
            <a:chExt cx="2127961" cy="181491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E24F9E9-B911-33BC-87E9-31D4C063A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446" t="7308" r="26831" b="29737"/>
            <a:stretch>
              <a:fillRect/>
            </a:stretch>
          </p:blipFill>
          <p:spPr>
            <a:xfrm>
              <a:off x="4730039" y="5575220"/>
              <a:ext cx="1738582" cy="157320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42170AF-A413-7670-1547-DCA8E667516F}"/>
                </a:ext>
              </a:extLst>
            </p:cNvPr>
            <p:cNvSpPr txBox="1"/>
            <p:nvPr/>
          </p:nvSpPr>
          <p:spPr>
            <a:xfrm>
              <a:off x="5534982" y="5449610"/>
              <a:ext cx="8820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Tyr 926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D04D2E1-70B2-5FF0-24F9-F61BB6621D45}"/>
                </a:ext>
              </a:extLst>
            </p:cNvPr>
            <p:cNvSpPr txBox="1"/>
            <p:nvPr/>
          </p:nvSpPr>
          <p:spPr>
            <a:xfrm>
              <a:off x="5975988" y="7000847"/>
              <a:ext cx="8820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Tyr 926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922C8F9-6805-FDC2-36C7-7C0F2D5BE1D8}"/>
                </a:ext>
              </a:extLst>
            </p:cNvPr>
            <p:cNvSpPr txBox="1"/>
            <p:nvPr/>
          </p:nvSpPr>
          <p:spPr>
            <a:xfrm>
              <a:off x="4778814" y="7018307"/>
              <a:ext cx="8820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Tyr 926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9FCA7D6-05CB-5494-9C5E-581F27A69F60}"/>
              </a:ext>
            </a:extLst>
          </p:cNvPr>
          <p:cNvGrpSpPr/>
          <p:nvPr/>
        </p:nvGrpSpPr>
        <p:grpSpPr>
          <a:xfrm>
            <a:off x="381136" y="3203455"/>
            <a:ext cx="3833417" cy="1781860"/>
            <a:chOff x="381136" y="3203455"/>
            <a:chExt cx="3833417" cy="1781860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5D07D20-EDC1-2E54-521A-07976BF46F7B}"/>
                </a:ext>
              </a:extLst>
            </p:cNvPr>
            <p:cNvSpPr txBox="1"/>
            <p:nvPr/>
          </p:nvSpPr>
          <p:spPr>
            <a:xfrm>
              <a:off x="487810" y="4103833"/>
              <a:ext cx="8614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Scored residue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34A052A-81C7-43EB-B494-CE23B2C7B44F}"/>
                </a:ext>
              </a:extLst>
            </p:cNvPr>
            <p:cNvGrpSpPr/>
            <p:nvPr/>
          </p:nvGrpSpPr>
          <p:grpSpPr>
            <a:xfrm>
              <a:off x="381136" y="3203455"/>
              <a:ext cx="990012" cy="978636"/>
              <a:chOff x="472765" y="3213522"/>
              <a:chExt cx="990012" cy="978636"/>
            </a:xfrm>
          </p:grpSpPr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9B2AF496-ED0C-CAF4-F653-4A32B5C43C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8126" y="3415413"/>
                <a:ext cx="666561" cy="664370"/>
              </a:xfrm>
              <a:prstGeom prst="rect">
                <a:avLst/>
              </a:prstGeom>
            </p:spPr>
          </p:pic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FCE66C9-ADD7-0F01-8DC8-1541065A1277}"/>
                  </a:ext>
                </a:extLst>
              </p:cNvPr>
              <p:cNvSpPr txBox="1"/>
              <p:nvPr/>
            </p:nvSpPr>
            <p:spPr>
              <a:xfrm>
                <a:off x="645943" y="3213522"/>
                <a:ext cx="81683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00" b="1" dirty="0"/>
                  <a:t>1-363</a:t>
                </a:r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3C8A1E3A-E757-DBC2-2906-27D2D3F83D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793" y="3412273"/>
                <a:ext cx="0" cy="71926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A5417F5A-4A7F-0049-CBE2-4AB701AC03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793" y="4131537"/>
                <a:ext cx="72648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8176BA39-9893-D4C0-3300-C7E2AD1C6465}"/>
                  </a:ext>
                </a:extLst>
              </p:cNvPr>
              <p:cNvSpPr txBox="1"/>
              <p:nvPr/>
            </p:nvSpPr>
            <p:spPr>
              <a:xfrm rot="16200000">
                <a:off x="109718" y="3613667"/>
                <a:ext cx="94153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dirty="0"/>
                  <a:t>Aligned residue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845D4C0-6187-87D1-B515-508BAE4CE985}"/>
                </a:ext>
              </a:extLst>
            </p:cNvPr>
            <p:cNvGrpSpPr/>
            <p:nvPr/>
          </p:nvGrpSpPr>
          <p:grpSpPr>
            <a:xfrm>
              <a:off x="1304644" y="4514448"/>
              <a:ext cx="2155618" cy="470867"/>
              <a:chOff x="908363" y="4428639"/>
              <a:chExt cx="2155618" cy="470867"/>
            </a:xfrm>
          </p:grpSpPr>
          <p:pic>
            <p:nvPicPr>
              <p:cNvPr id="125" name="Picture 124">
                <a:extLst>
                  <a:ext uri="{FF2B5EF4-FFF2-40B4-BE49-F238E27FC236}">
                    <a16:creationId xmlns:a16="http://schemas.microsoft.com/office/drawing/2014/main" id="{71CF74BC-2107-EFB3-330C-142D0134F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7083" y="4428639"/>
                <a:ext cx="1910288" cy="81959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BB5EF8AF-EE7E-9670-DF81-DDD1BA60B3BD}"/>
                  </a:ext>
                </a:extLst>
              </p:cNvPr>
              <p:cNvSpPr txBox="1"/>
              <p:nvPr/>
            </p:nvSpPr>
            <p:spPr>
              <a:xfrm>
                <a:off x="908363" y="4487008"/>
                <a:ext cx="2503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b="1" dirty="0"/>
                  <a:t>0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F09EF21-69DB-0D91-1FAA-8BEE402BA8DE}"/>
                  </a:ext>
                </a:extLst>
              </p:cNvPr>
              <p:cNvSpPr txBox="1"/>
              <p:nvPr/>
            </p:nvSpPr>
            <p:spPr>
              <a:xfrm>
                <a:off x="2741716" y="4523775"/>
                <a:ext cx="32226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b="1" dirty="0"/>
                  <a:t>30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AF726CB-59BF-C2B7-2161-EA161D2B88E4}"/>
                  </a:ext>
                </a:extLst>
              </p:cNvPr>
              <p:cNvSpPr txBox="1"/>
              <p:nvPr/>
            </p:nvSpPr>
            <p:spPr>
              <a:xfrm>
                <a:off x="1479934" y="4510598"/>
                <a:ext cx="37541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b="1" dirty="0"/>
                  <a:t>10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0B790DE5-2FA3-22DC-8685-19FD62946CCA}"/>
                  </a:ext>
                </a:extLst>
              </p:cNvPr>
              <p:cNvSpPr txBox="1"/>
              <p:nvPr/>
            </p:nvSpPr>
            <p:spPr>
              <a:xfrm>
                <a:off x="2123286" y="4521930"/>
                <a:ext cx="34963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b="1" dirty="0"/>
                  <a:t>20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21BDE0D-55C8-0FC6-E558-B2C530865A50}"/>
                  </a:ext>
                </a:extLst>
              </p:cNvPr>
              <p:cNvSpPr txBox="1"/>
              <p:nvPr/>
            </p:nvSpPr>
            <p:spPr>
              <a:xfrm>
                <a:off x="1195999" y="4684062"/>
                <a:ext cx="171161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dirty="0"/>
                  <a:t>Expected Position Error (Å)</a:t>
                </a:r>
              </a:p>
            </p:txBody>
          </p:sp>
        </p:grp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942C7FCF-21C8-5FE9-1AF0-2BA4780E9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483336" y="3398156"/>
              <a:ext cx="666561" cy="664370"/>
            </a:xfrm>
            <a:prstGeom prst="rect">
              <a:avLst/>
            </a:prstGeom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8C6EEAE-6CAC-B929-9329-70BD45AD59C7}"/>
                </a:ext>
              </a:extLst>
            </p:cNvPr>
            <p:cNvSpPr txBox="1"/>
            <p:nvPr/>
          </p:nvSpPr>
          <p:spPr>
            <a:xfrm>
              <a:off x="3419324" y="3204000"/>
              <a:ext cx="79522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/>
                <a:t>690-987</a:t>
              </a:r>
            </a:p>
          </p:txBody>
        </p: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0729FCC0-C20F-777C-DE6D-7CC36E5665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7809" y="3391472"/>
              <a:ext cx="0" cy="7192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15842D90-E46F-AC3B-E375-3986ED8FCCB0}"/>
                </a:ext>
              </a:extLst>
            </p:cNvPr>
            <p:cNvCxnSpPr>
              <a:cxnSpLocks/>
            </p:cNvCxnSpPr>
            <p:nvPr/>
          </p:nvCxnSpPr>
          <p:spPr>
            <a:xfrm>
              <a:off x="3437809" y="4110736"/>
              <a:ext cx="7264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6B3A3CD3-CA0C-3E11-C8EE-79999906E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019950" y="3409197"/>
              <a:ext cx="666567" cy="664369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CD32CA7F-2C15-2F19-F995-B0902BD69D6A}"/>
                </a:ext>
              </a:extLst>
            </p:cNvPr>
            <p:cNvSpPr txBox="1"/>
            <p:nvPr/>
          </p:nvSpPr>
          <p:spPr>
            <a:xfrm>
              <a:off x="1920242" y="3204000"/>
              <a:ext cx="8146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/>
                <a:t>364-689</a:t>
              </a: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C6CA8ED9-B029-BAB2-C9C3-25E78BFC7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9993" y="3402905"/>
              <a:ext cx="0" cy="7192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D6D2FB47-616B-D4FC-EED3-7F2BE0DBCE41}"/>
                </a:ext>
              </a:extLst>
            </p:cNvPr>
            <p:cNvCxnSpPr>
              <a:cxnSpLocks/>
            </p:cNvCxnSpPr>
            <p:nvPr/>
          </p:nvCxnSpPr>
          <p:spPr>
            <a:xfrm>
              <a:off x="1979993" y="4122169"/>
              <a:ext cx="7264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1C9A1F1-2932-7CAD-0259-E95E6CB0E425}"/>
                </a:ext>
              </a:extLst>
            </p:cNvPr>
            <p:cNvSpPr txBox="1"/>
            <p:nvPr/>
          </p:nvSpPr>
          <p:spPr>
            <a:xfrm rot="16200000">
              <a:off x="1415441" y="3603600"/>
              <a:ext cx="9415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Aligned residue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2EC4711-7DFC-D91F-9C6D-11C25D97B7A6}"/>
                </a:ext>
              </a:extLst>
            </p:cNvPr>
            <p:cNvSpPr txBox="1"/>
            <p:nvPr/>
          </p:nvSpPr>
          <p:spPr>
            <a:xfrm>
              <a:off x="1890942" y="4104000"/>
              <a:ext cx="8614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Scored residue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A09FE57-CF83-3EC0-749C-605F2C4BCBA5}"/>
                </a:ext>
              </a:extLst>
            </p:cNvPr>
            <p:cNvSpPr txBox="1"/>
            <p:nvPr/>
          </p:nvSpPr>
          <p:spPr>
            <a:xfrm>
              <a:off x="3352822" y="4104000"/>
              <a:ext cx="8614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Scored residue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E73E4FA-49E9-A5C2-9D5F-74226ED791A2}"/>
                </a:ext>
              </a:extLst>
            </p:cNvPr>
            <p:cNvSpPr txBox="1"/>
            <p:nvPr/>
          </p:nvSpPr>
          <p:spPr>
            <a:xfrm rot="16200000">
              <a:off x="2873442" y="3604967"/>
              <a:ext cx="9415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Aligned residue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76EF000-93D0-EB2A-8865-31D2D7134F77}"/>
              </a:ext>
            </a:extLst>
          </p:cNvPr>
          <p:cNvGrpSpPr/>
          <p:nvPr/>
        </p:nvGrpSpPr>
        <p:grpSpPr>
          <a:xfrm>
            <a:off x="407579" y="8674593"/>
            <a:ext cx="3833417" cy="1781860"/>
            <a:chOff x="381136" y="3203455"/>
            <a:chExt cx="3833417" cy="178186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0DC886F-972E-D316-DE35-8F5AB8FB1189}"/>
                </a:ext>
              </a:extLst>
            </p:cNvPr>
            <p:cNvSpPr txBox="1"/>
            <p:nvPr/>
          </p:nvSpPr>
          <p:spPr>
            <a:xfrm>
              <a:off x="487810" y="4103833"/>
              <a:ext cx="8614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Scored residue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8374ABD-4A8B-7356-00DE-8B27CC947117}"/>
                </a:ext>
              </a:extLst>
            </p:cNvPr>
            <p:cNvGrpSpPr/>
            <p:nvPr/>
          </p:nvGrpSpPr>
          <p:grpSpPr>
            <a:xfrm>
              <a:off x="381136" y="3203455"/>
              <a:ext cx="990012" cy="978636"/>
              <a:chOff x="472765" y="3213522"/>
              <a:chExt cx="990012" cy="978636"/>
            </a:xfrm>
          </p:grpSpPr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B4961E3-D991-9206-BE8B-B2134A30A976}"/>
                  </a:ext>
                </a:extLst>
              </p:cNvPr>
              <p:cNvSpPr txBox="1"/>
              <p:nvPr/>
            </p:nvSpPr>
            <p:spPr>
              <a:xfrm>
                <a:off x="645943" y="3213522"/>
                <a:ext cx="81683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00" b="1" dirty="0"/>
                  <a:t>1-363</a:t>
                </a:r>
              </a:p>
            </p:txBody>
          </p: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4E4379C6-8572-F6C3-0ED2-07B17A9041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793" y="3412273"/>
                <a:ext cx="0" cy="71926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85335A8D-F407-711A-4529-263DCA8AB9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793" y="4131537"/>
                <a:ext cx="72648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EBA4DF9-BB1A-E3A7-AA3E-F3FF941B7B8A}"/>
                  </a:ext>
                </a:extLst>
              </p:cNvPr>
              <p:cNvSpPr txBox="1"/>
              <p:nvPr/>
            </p:nvSpPr>
            <p:spPr>
              <a:xfrm rot="16200000">
                <a:off x="109718" y="3613667"/>
                <a:ext cx="94153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dirty="0"/>
                  <a:t>Aligned residue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07FCCC8-3B9B-50EA-68ED-4C6481D9F493}"/>
                </a:ext>
              </a:extLst>
            </p:cNvPr>
            <p:cNvGrpSpPr/>
            <p:nvPr/>
          </p:nvGrpSpPr>
          <p:grpSpPr>
            <a:xfrm>
              <a:off x="1304644" y="4514448"/>
              <a:ext cx="2155618" cy="470867"/>
              <a:chOff x="908363" y="4428639"/>
              <a:chExt cx="2155618" cy="470867"/>
            </a:xfrm>
          </p:grpSpPr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C16F7B1D-A318-1E69-EFC1-B25A8CFFA5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7083" y="4428639"/>
                <a:ext cx="1910288" cy="81959"/>
              </a:xfrm>
              <a:prstGeom prst="rect">
                <a:avLst/>
              </a:prstGeom>
              <a:ln w="19050">
                <a:solidFill>
                  <a:schemeClr val="tx1"/>
                </a:solidFill>
              </a:ln>
            </p:spPr>
          </p:pic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8C6B030-16CB-077E-FE9C-204E62E45D00}"/>
                  </a:ext>
                </a:extLst>
              </p:cNvPr>
              <p:cNvSpPr txBox="1"/>
              <p:nvPr/>
            </p:nvSpPr>
            <p:spPr>
              <a:xfrm>
                <a:off x="908363" y="4487008"/>
                <a:ext cx="2503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b="1" dirty="0"/>
                  <a:t>0</a:t>
                </a: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1068DA73-0552-3E74-A156-DC65564224E1}"/>
                  </a:ext>
                </a:extLst>
              </p:cNvPr>
              <p:cNvSpPr txBox="1"/>
              <p:nvPr/>
            </p:nvSpPr>
            <p:spPr>
              <a:xfrm>
                <a:off x="2741716" y="4523775"/>
                <a:ext cx="32226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b="1" dirty="0"/>
                  <a:t>30</a:t>
                </a: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CCC8F0E-475D-2BCB-6CA8-773ACD723B6A}"/>
                  </a:ext>
                </a:extLst>
              </p:cNvPr>
              <p:cNvSpPr txBox="1"/>
              <p:nvPr/>
            </p:nvSpPr>
            <p:spPr>
              <a:xfrm>
                <a:off x="1479934" y="4510598"/>
                <a:ext cx="37541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b="1" dirty="0"/>
                  <a:t>10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BE147992-0A82-0EA9-05A7-EF37A6B0B1C6}"/>
                  </a:ext>
                </a:extLst>
              </p:cNvPr>
              <p:cNvSpPr txBox="1"/>
              <p:nvPr/>
            </p:nvSpPr>
            <p:spPr>
              <a:xfrm>
                <a:off x="2123286" y="4521930"/>
                <a:ext cx="34963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b="1" dirty="0"/>
                  <a:t>20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37E18E25-E58A-4F56-FB1B-C55E6DF56A66}"/>
                  </a:ext>
                </a:extLst>
              </p:cNvPr>
              <p:cNvSpPr txBox="1"/>
              <p:nvPr/>
            </p:nvSpPr>
            <p:spPr>
              <a:xfrm>
                <a:off x="1195999" y="4684062"/>
                <a:ext cx="171161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dirty="0"/>
                  <a:t>Expected Position Error (Å)</a:t>
                </a: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7DD8983-1C19-B13C-82DA-4EF9D8E8DF20}"/>
                </a:ext>
              </a:extLst>
            </p:cNvPr>
            <p:cNvSpPr txBox="1"/>
            <p:nvPr/>
          </p:nvSpPr>
          <p:spPr>
            <a:xfrm>
              <a:off x="3419324" y="3204000"/>
              <a:ext cx="79522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/>
                <a:t>690-987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A382616-09C4-791A-F6FE-651620F7B4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7809" y="3391472"/>
              <a:ext cx="0" cy="7192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B77A0A02-D962-CA51-97B5-6E93A5CE1CB3}"/>
                </a:ext>
              </a:extLst>
            </p:cNvPr>
            <p:cNvCxnSpPr>
              <a:cxnSpLocks/>
            </p:cNvCxnSpPr>
            <p:nvPr/>
          </p:nvCxnSpPr>
          <p:spPr>
            <a:xfrm>
              <a:off x="3437809" y="4110736"/>
              <a:ext cx="7264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FB89859E-D17A-FEA0-7B0D-DFBD87DE3E9B}"/>
                </a:ext>
              </a:extLst>
            </p:cNvPr>
            <p:cNvSpPr txBox="1"/>
            <p:nvPr/>
          </p:nvSpPr>
          <p:spPr>
            <a:xfrm>
              <a:off x="1920242" y="3204000"/>
              <a:ext cx="8146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b="1" dirty="0"/>
                <a:t>364-689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66FF187D-8725-93FB-0826-D27CE2EAFF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9993" y="3402905"/>
              <a:ext cx="0" cy="7192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FACC4D91-0408-F4B8-6A61-8F8FBE19AA26}"/>
                </a:ext>
              </a:extLst>
            </p:cNvPr>
            <p:cNvCxnSpPr>
              <a:cxnSpLocks/>
            </p:cNvCxnSpPr>
            <p:nvPr/>
          </p:nvCxnSpPr>
          <p:spPr>
            <a:xfrm>
              <a:off x="1979993" y="4122169"/>
              <a:ext cx="72648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83A7405-E5E6-BF81-9A70-8DAE3E49DCCA}"/>
                </a:ext>
              </a:extLst>
            </p:cNvPr>
            <p:cNvSpPr txBox="1"/>
            <p:nvPr/>
          </p:nvSpPr>
          <p:spPr>
            <a:xfrm rot="16200000">
              <a:off x="1415441" y="3603600"/>
              <a:ext cx="9415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Aligned residue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9DE97F9-30B1-E481-1BBF-D9E093974B30}"/>
                </a:ext>
              </a:extLst>
            </p:cNvPr>
            <p:cNvSpPr txBox="1"/>
            <p:nvPr/>
          </p:nvSpPr>
          <p:spPr>
            <a:xfrm>
              <a:off x="1890942" y="4104000"/>
              <a:ext cx="8614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Scored residue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D68EDDE-213C-0595-130E-AF5F67775104}"/>
                </a:ext>
              </a:extLst>
            </p:cNvPr>
            <p:cNvSpPr txBox="1"/>
            <p:nvPr/>
          </p:nvSpPr>
          <p:spPr>
            <a:xfrm>
              <a:off x="3352822" y="4104000"/>
              <a:ext cx="8614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Scored residue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4AC9E23-9A94-687F-092E-F5F615ECA931}"/>
                </a:ext>
              </a:extLst>
            </p:cNvPr>
            <p:cNvSpPr txBox="1"/>
            <p:nvPr/>
          </p:nvSpPr>
          <p:spPr>
            <a:xfrm rot="16200000">
              <a:off x="2873442" y="3604967"/>
              <a:ext cx="9415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Aligned residue</a:t>
              </a:r>
            </a:p>
          </p:txBody>
        </p:sp>
      </p:grpSp>
      <p:sp>
        <p:nvSpPr>
          <p:cNvPr id="31" name="Arrow: Curved Right 30">
            <a:extLst>
              <a:ext uri="{FF2B5EF4-FFF2-40B4-BE49-F238E27FC236}">
                <a16:creationId xmlns:a16="http://schemas.microsoft.com/office/drawing/2014/main" id="{4C9E200A-C181-8EA2-4B4A-DC24EE89E925}"/>
              </a:ext>
            </a:extLst>
          </p:cNvPr>
          <p:cNvSpPr/>
          <p:nvPr/>
        </p:nvSpPr>
        <p:spPr>
          <a:xfrm rot="21297010">
            <a:off x="5585560" y="1710776"/>
            <a:ext cx="303027" cy="211545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E8E8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5B6DFA-C0CD-2AE2-F6E1-9F938947A863}"/>
              </a:ext>
            </a:extLst>
          </p:cNvPr>
          <p:cNvSpPr txBox="1"/>
          <p:nvPr/>
        </p:nvSpPr>
        <p:spPr>
          <a:xfrm>
            <a:off x="5303158" y="1696269"/>
            <a:ext cx="309531" cy="205827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GB" sz="1000" dirty="0"/>
              <a:t>90</a:t>
            </a:r>
            <a:r>
              <a:rPr lang="en-GB" sz="1000" dirty="0">
                <a:ea typeface="+mn-lt"/>
                <a:cs typeface="+mn-lt"/>
              </a:rPr>
              <a:t>°</a:t>
            </a:r>
            <a:endParaRPr lang="en-US" sz="1400" dirty="0">
              <a:ea typeface="+mn-lt"/>
              <a:cs typeface="+mn-lt"/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7D40D0C-981A-98F7-7E68-4A7991DACDEA}"/>
              </a:ext>
            </a:extLst>
          </p:cNvPr>
          <p:cNvGrpSpPr/>
          <p:nvPr/>
        </p:nvGrpSpPr>
        <p:grpSpPr>
          <a:xfrm>
            <a:off x="5311881" y="7050893"/>
            <a:ext cx="585429" cy="226052"/>
            <a:chOff x="5361616" y="7330695"/>
            <a:chExt cx="585429" cy="226052"/>
          </a:xfrm>
        </p:grpSpPr>
        <p:sp>
          <p:nvSpPr>
            <p:cNvPr id="50" name="Arrow: Curved Right 49">
              <a:extLst>
                <a:ext uri="{FF2B5EF4-FFF2-40B4-BE49-F238E27FC236}">
                  <a16:creationId xmlns:a16="http://schemas.microsoft.com/office/drawing/2014/main" id="{03E5E99D-11DA-7BBD-798B-252FB9218F60}"/>
                </a:ext>
              </a:extLst>
            </p:cNvPr>
            <p:cNvSpPr/>
            <p:nvPr/>
          </p:nvSpPr>
          <p:spPr>
            <a:xfrm rot="21297010">
              <a:off x="5644018" y="7345202"/>
              <a:ext cx="303027" cy="211545"/>
            </a:xfrm>
            <a:prstGeom prst="curvedRight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rgbClr val="E8E8E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32AE0B-7F24-4B6E-5B21-0356384586BB}"/>
                </a:ext>
              </a:extLst>
            </p:cNvPr>
            <p:cNvSpPr txBox="1"/>
            <p:nvPr/>
          </p:nvSpPr>
          <p:spPr>
            <a:xfrm>
              <a:off x="5361616" y="7330695"/>
              <a:ext cx="309531" cy="205827"/>
            </a:xfrm>
            <a:prstGeom prst="rect">
              <a:avLst/>
            </a:prstGeom>
            <a:noFill/>
          </p:spPr>
          <p:txBody>
            <a:bodyPr wrap="square" lIns="51435" tIns="25718" rIns="51435" bIns="25718" rtlCol="0" anchor="t">
              <a:spAutoFit/>
            </a:bodyPr>
            <a:lstStyle/>
            <a:p>
              <a:r>
                <a:rPr lang="en-GB" sz="1000" dirty="0"/>
                <a:t>90</a:t>
              </a:r>
              <a:r>
                <a:rPr lang="en-GB" sz="1000" dirty="0">
                  <a:ea typeface="+mn-lt"/>
                  <a:cs typeface="+mn-lt"/>
                </a:rPr>
                <a:t>°</a:t>
              </a:r>
              <a:endParaRPr lang="en-US" sz="1400" dirty="0">
                <a:ea typeface="+mn-lt"/>
                <a:cs typeface="+mn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E536561-72D3-40C2-F6E3-4C3F30165544}"/>
              </a:ext>
            </a:extLst>
          </p:cNvPr>
          <p:cNvGrpSpPr>
            <a:grpSpLocks noChangeAspect="1"/>
          </p:cNvGrpSpPr>
          <p:nvPr/>
        </p:nvGrpSpPr>
        <p:grpSpPr>
          <a:xfrm>
            <a:off x="4785114" y="194087"/>
            <a:ext cx="1692489" cy="1427448"/>
            <a:chOff x="4646636" y="1995104"/>
            <a:chExt cx="1955815" cy="164953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6171F5A-8913-31F6-182E-9ABB0B015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59" t="14024" r="35829" b="14568"/>
            <a:stretch>
              <a:fillRect/>
            </a:stretch>
          </p:blipFill>
          <p:spPr>
            <a:xfrm>
              <a:off x="4864575" y="1995104"/>
              <a:ext cx="1737876" cy="1649538"/>
            </a:xfrm>
            <a:prstGeom prst="rect">
              <a:avLst/>
            </a:prstGeom>
          </p:spPr>
        </p:pic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ADC6A83-080A-15C6-7307-1F541D41BF50}"/>
                </a:ext>
              </a:extLst>
            </p:cNvPr>
            <p:cNvSpPr/>
            <p:nvPr/>
          </p:nvSpPr>
          <p:spPr>
            <a:xfrm rot="10800000">
              <a:off x="4646636" y="2391441"/>
              <a:ext cx="670944" cy="1110294"/>
            </a:xfrm>
            <a:prstGeom prst="rect">
              <a:avLst/>
            </a:prstGeom>
            <a:gradFill>
              <a:gsLst>
                <a:gs pos="31163">
                  <a:srgbClr val="FFFFFF"/>
                </a:gs>
                <a:gs pos="147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D8ADA8E-26BB-DDC1-1CDE-2810691B521F}"/>
              </a:ext>
            </a:extLst>
          </p:cNvPr>
          <p:cNvGrpSpPr>
            <a:grpSpLocks noChangeAspect="1"/>
          </p:cNvGrpSpPr>
          <p:nvPr/>
        </p:nvGrpSpPr>
        <p:grpSpPr>
          <a:xfrm>
            <a:off x="4829158" y="5549296"/>
            <a:ext cx="1602804" cy="1518255"/>
            <a:chOff x="4622531" y="7504028"/>
            <a:chExt cx="1602804" cy="151825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9208AFC-C7A0-A01A-A9FA-44ADB0319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498" r="36827" b="16282"/>
            <a:stretch>
              <a:fillRect/>
            </a:stretch>
          </p:blipFill>
          <p:spPr>
            <a:xfrm>
              <a:off x="4843906" y="7504028"/>
              <a:ext cx="1381429" cy="1425600"/>
            </a:xfrm>
            <a:prstGeom prst="rect">
              <a:avLst/>
            </a:prstGeom>
          </p:spPr>
        </p:pic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D9FF693-DD20-A0C7-E0A0-61EB2990677E}"/>
                </a:ext>
              </a:extLst>
            </p:cNvPr>
            <p:cNvSpPr/>
            <p:nvPr/>
          </p:nvSpPr>
          <p:spPr>
            <a:xfrm rot="10800000">
              <a:off x="4622531" y="7911988"/>
              <a:ext cx="670944" cy="1110295"/>
            </a:xfrm>
            <a:prstGeom prst="rect">
              <a:avLst/>
            </a:prstGeom>
            <a:gradFill>
              <a:gsLst>
                <a:gs pos="31163">
                  <a:srgbClr val="FFFFFF"/>
                </a:gs>
                <a:gs pos="14700">
                  <a:srgbClr val="FFFFFF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A35003-13DF-40A6-EA6D-4E48362658E9}"/>
              </a:ext>
            </a:extLst>
          </p:cNvPr>
          <p:cNvCxnSpPr>
            <a:cxnSpLocks/>
          </p:cNvCxnSpPr>
          <p:nvPr/>
        </p:nvCxnSpPr>
        <p:spPr>
          <a:xfrm flipV="1">
            <a:off x="4514318" y="737427"/>
            <a:ext cx="412189" cy="13222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2262F17-BA6F-F4DE-4644-059214FE1046}"/>
              </a:ext>
            </a:extLst>
          </p:cNvPr>
          <p:cNvCxnSpPr>
            <a:cxnSpLocks/>
          </p:cNvCxnSpPr>
          <p:nvPr/>
        </p:nvCxnSpPr>
        <p:spPr>
          <a:xfrm rot="1860000" flipV="1">
            <a:off x="4531612" y="1071855"/>
            <a:ext cx="412189" cy="13222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23DA25D-BD6E-1E23-B254-4F9B8F794CB5}"/>
              </a:ext>
            </a:extLst>
          </p:cNvPr>
          <p:cNvSpPr txBox="1"/>
          <p:nvPr/>
        </p:nvSpPr>
        <p:spPr>
          <a:xfrm>
            <a:off x="6102977" y="1469336"/>
            <a:ext cx="8820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Asn 926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AD0A7B-EA1C-5369-7AB1-63254DA564D2}"/>
              </a:ext>
            </a:extLst>
          </p:cNvPr>
          <p:cNvSpPr txBox="1"/>
          <p:nvPr/>
        </p:nvSpPr>
        <p:spPr>
          <a:xfrm>
            <a:off x="6159003" y="852321"/>
            <a:ext cx="660648" cy="246221"/>
          </a:xfrm>
          <a:prstGeom prst="rect">
            <a:avLst/>
          </a:prstGeom>
          <a:solidFill>
            <a:schemeClr val="bg1">
              <a:alpha val="61941"/>
            </a:schemeClr>
          </a:solidFill>
          <a:effectLst>
            <a:softEdge rad="25400"/>
          </a:effectLst>
        </p:spPr>
        <p:txBody>
          <a:bodyPr wrap="square" rtlCol="0">
            <a:spAutoFit/>
          </a:bodyPr>
          <a:lstStyle/>
          <a:p>
            <a:r>
              <a:rPr lang="en-GB" sz="1000" dirty="0"/>
              <a:t>Asn 926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E105CC-997C-B508-3072-5CEBE9EAB1AB}"/>
              </a:ext>
            </a:extLst>
          </p:cNvPr>
          <p:cNvSpPr txBox="1"/>
          <p:nvPr/>
        </p:nvSpPr>
        <p:spPr>
          <a:xfrm>
            <a:off x="5975988" y="139007"/>
            <a:ext cx="8820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Asn 926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6D431F5-E8DD-27CC-2A6B-C576ED76EB9A}"/>
              </a:ext>
            </a:extLst>
          </p:cNvPr>
          <p:cNvCxnSpPr>
            <a:cxnSpLocks/>
          </p:cNvCxnSpPr>
          <p:nvPr/>
        </p:nvCxnSpPr>
        <p:spPr>
          <a:xfrm flipV="1">
            <a:off x="4620518" y="6005817"/>
            <a:ext cx="412189" cy="13222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A9E5632-E751-3001-3ADE-547B45D292E8}"/>
              </a:ext>
            </a:extLst>
          </p:cNvPr>
          <p:cNvCxnSpPr>
            <a:cxnSpLocks/>
          </p:cNvCxnSpPr>
          <p:nvPr/>
        </p:nvCxnSpPr>
        <p:spPr>
          <a:xfrm rot="1860000" flipV="1">
            <a:off x="4637812" y="6340245"/>
            <a:ext cx="412189" cy="132224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1DD7B43-7263-7E17-B20B-C969C29B2213}"/>
              </a:ext>
            </a:extLst>
          </p:cNvPr>
          <p:cNvSpPr txBox="1"/>
          <p:nvPr/>
        </p:nvSpPr>
        <p:spPr>
          <a:xfrm>
            <a:off x="6102977" y="6784936"/>
            <a:ext cx="8820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Tyr 926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8AE3963-997F-826A-2F6D-4EA511024032}"/>
              </a:ext>
            </a:extLst>
          </p:cNvPr>
          <p:cNvSpPr txBox="1"/>
          <p:nvPr/>
        </p:nvSpPr>
        <p:spPr>
          <a:xfrm>
            <a:off x="6167882" y="6167921"/>
            <a:ext cx="660648" cy="246221"/>
          </a:xfrm>
          <a:prstGeom prst="rect">
            <a:avLst/>
          </a:prstGeom>
          <a:solidFill>
            <a:schemeClr val="bg1">
              <a:alpha val="61941"/>
            </a:schemeClr>
          </a:solidFill>
          <a:effectLst>
            <a:softEdge rad="254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GB" sz="1000" dirty="0"/>
              <a:t>Tyr 926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E5D8193-67CF-BD9A-114D-D5858811C336}"/>
              </a:ext>
            </a:extLst>
          </p:cNvPr>
          <p:cNvSpPr txBox="1"/>
          <p:nvPr/>
        </p:nvSpPr>
        <p:spPr>
          <a:xfrm>
            <a:off x="5878153" y="5427795"/>
            <a:ext cx="8820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Tyr 926</a:t>
            </a:r>
          </a:p>
        </p:txBody>
      </p:sp>
    </p:spTree>
    <p:extLst>
      <p:ext uri="{BB962C8B-B14F-4D97-AF65-F5344CB8AC3E}">
        <p14:creationId xmlns:p14="http://schemas.microsoft.com/office/powerpoint/2010/main" val="3154905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E6D275-7EAF-B98E-AF3C-7780B2DFB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739"/>
            <a:ext cx="6858000" cy="998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43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C78B32308C9F49B5FE59D576C90550" ma:contentTypeVersion="15" ma:contentTypeDescription="Create a new document." ma:contentTypeScope="" ma:versionID="1ed5f03eadfa6dafadcd3cf874dcb100">
  <xsd:schema xmlns:xsd="http://www.w3.org/2001/XMLSchema" xmlns:xs="http://www.w3.org/2001/XMLSchema" xmlns:p="http://schemas.microsoft.com/office/2006/metadata/properties" xmlns:ns3="bc1e421d-d754-4e4f-87e3-975b2d0e55b0" xmlns:ns4="f522b196-dba6-41dd-b7e2-072e9663e93b" targetNamespace="http://schemas.microsoft.com/office/2006/metadata/properties" ma:root="true" ma:fieldsID="73a8cf84f8c4a76cb4bb1463fcfd17a9" ns3:_="" ns4:_="">
    <xsd:import namespace="bc1e421d-d754-4e4f-87e3-975b2d0e55b0"/>
    <xsd:import namespace="f522b196-dba6-41dd-b7e2-072e9663e93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MediaServiceSystemTags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e421d-d754-4e4f-87e3-975b2d0e55b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22b196-dba6-41dd-b7e2-072e9663e9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22b196-dba6-41dd-b7e2-072e9663e93b" xsi:nil="true"/>
  </documentManagement>
</p:properties>
</file>

<file path=customXml/itemProps1.xml><?xml version="1.0" encoding="utf-8"?>
<ds:datastoreItem xmlns:ds="http://schemas.openxmlformats.org/officeDocument/2006/customXml" ds:itemID="{A8BC8234-33FF-4EDF-83C1-0EC5B2F72620}">
  <ds:schemaRefs>
    <ds:schemaRef ds:uri="bc1e421d-d754-4e4f-87e3-975b2d0e55b0"/>
    <ds:schemaRef ds:uri="f522b196-dba6-41dd-b7e2-072e9663e93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60CB2FE-9C7D-4F17-A79F-01ADAA401B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327213-4EBB-415B-921C-8548D75A4BD8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  <ds:schemaRef ds:uri="bc1e421d-d754-4e4f-87e3-975b2d0e55b0"/>
    <ds:schemaRef ds:uri="http://schemas.microsoft.com/office/2006/metadata/properties"/>
    <ds:schemaRef ds:uri="http://schemas.openxmlformats.org/package/2006/metadata/core-properties"/>
    <ds:schemaRef ds:uri="f522b196-dba6-41dd-b7e2-072e9663e93b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1280</TotalTime>
  <Words>160</Words>
  <Application>Microsoft Office PowerPoint</Application>
  <PresentationFormat>Widescreen</PresentationFormat>
  <Paragraphs>70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Crane, Jonathan</dc:creator>
  <cp:lastModifiedBy>Fitch, Christian</cp:lastModifiedBy>
  <cp:revision>17</cp:revision>
  <dcterms:created xsi:type="dcterms:W3CDTF">2026-02-17T16:47:12Z</dcterms:created>
  <dcterms:modified xsi:type="dcterms:W3CDTF">2026-03-02T10:26:21Z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0x01010017C78B32308C9F49B5FE59D576C90550</vt:lpwstr>
  </property>
</Properties>
</file>